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Helios Extended Bold" charset="1" panose="02000805050000020004"/>
      <p:regular r:id="rId11"/>
    </p:embeddedFont>
    <p:embeddedFont>
      <p:font typeface="Helios" charset="1" panose="020B0504020202020204"/>
      <p:regular r:id="rId12"/>
    </p:embeddedFont>
    <p:embeddedFont>
      <p:font typeface="DM Sans Bold" charset="1" panose="000000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75812" y="5692375"/>
            <a:ext cx="10999339" cy="5631662"/>
          </a:xfrm>
          <a:custGeom>
            <a:avLst/>
            <a:gdLst/>
            <a:ahLst/>
            <a:cxnLst/>
            <a:rect r="r" b="b" t="t" l="l"/>
            <a:pathLst>
              <a:path h="5631662" w="10999339">
                <a:moveTo>
                  <a:pt x="0" y="0"/>
                </a:moveTo>
                <a:lnTo>
                  <a:pt x="10999339" y="0"/>
                </a:lnTo>
                <a:lnTo>
                  <a:pt x="10999339" y="5631662"/>
                </a:lnTo>
                <a:lnTo>
                  <a:pt x="0" y="56316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587151" y="-1037037"/>
            <a:ext cx="10999339" cy="5631662"/>
          </a:xfrm>
          <a:custGeom>
            <a:avLst/>
            <a:gdLst/>
            <a:ahLst/>
            <a:cxnLst/>
            <a:rect r="r" b="b" t="t" l="l"/>
            <a:pathLst>
              <a:path h="5631662" w="10999339">
                <a:moveTo>
                  <a:pt x="10999339" y="5631662"/>
                </a:moveTo>
                <a:lnTo>
                  <a:pt x="0" y="5631662"/>
                </a:lnTo>
                <a:lnTo>
                  <a:pt x="0" y="0"/>
                </a:lnTo>
                <a:lnTo>
                  <a:pt x="10999339" y="0"/>
                </a:lnTo>
                <a:lnTo>
                  <a:pt x="10999339" y="563166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008145" y="4110038"/>
            <a:ext cx="5152455" cy="8237937"/>
          </a:xfrm>
          <a:custGeom>
            <a:avLst/>
            <a:gdLst/>
            <a:ahLst/>
            <a:cxnLst/>
            <a:rect r="r" b="b" t="t" l="l"/>
            <a:pathLst>
              <a:path h="8237937" w="5152455">
                <a:moveTo>
                  <a:pt x="5152455" y="0"/>
                </a:moveTo>
                <a:lnTo>
                  <a:pt x="0" y="0"/>
                </a:lnTo>
                <a:lnTo>
                  <a:pt x="0" y="8237937"/>
                </a:lnTo>
                <a:lnTo>
                  <a:pt x="5152455" y="8237937"/>
                </a:lnTo>
                <a:lnTo>
                  <a:pt x="5152455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3889831" y="-2340175"/>
            <a:ext cx="5152455" cy="8237937"/>
          </a:xfrm>
          <a:custGeom>
            <a:avLst/>
            <a:gdLst/>
            <a:ahLst/>
            <a:cxnLst/>
            <a:rect r="r" b="b" t="t" l="l"/>
            <a:pathLst>
              <a:path h="8237937" w="5152455">
                <a:moveTo>
                  <a:pt x="0" y="8237937"/>
                </a:moveTo>
                <a:lnTo>
                  <a:pt x="5152455" y="8237937"/>
                </a:lnTo>
                <a:lnTo>
                  <a:pt x="5152455" y="0"/>
                </a:lnTo>
                <a:lnTo>
                  <a:pt x="0" y="0"/>
                </a:lnTo>
                <a:lnTo>
                  <a:pt x="0" y="8237937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16457134" y="3902331"/>
            <a:ext cx="1604332" cy="878007"/>
          </a:xfrm>
          <a:custGeom>
            <a:avLst/>
            <a:gdLst/>
            <a:ahLst/>
            <a:cxnLst/>
            <a:rect r="r" b="b" t="t" l="l"/>
            <a:pathLst>
              <a:path h="878007" w="1604332">
                <a:moveTo>
                  <a:pt x="0" y="0"/>
                </a:moveTo>
                <a:lnTo>
                  <a:pt x="1604332" y="0"/>
                </a:lnTo>
                <a:lnTo>
                  <a:pt x="1604332" y="878007"/>
                </a:lnTo>
                <a:lnTo>
                  <a:pt x="0" y="8780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226534" y="5737959"/>
            <a:ext cx="1604332" cy="878007"/>
          </a:xfrm>
          <a:custGeom>
            <a:avLst/>
            <a:gdLst/>
            <a:ahLst/>
            <a:cxnLst/>
            <a:rect r="r" b="b" t="t" l="l"/>
            <a:pathLst>
              <a:path h="878007" w="1604332">
                <a:moveTo>
                  <a:pt x="0" y="0"/>
                </a:moveTo>
                <a:lnTo>
                  <a:pt x="1604332" y="0"/>
                </a:lnTo>
                <a:lnTo>
                  <a:pt x="1604332" y="878007"/>
                </a:lnTo>
                <a:lnTo>
                  <a:pt x="0" y="8780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634754" y="4322113"/>
            <a:ext cx="13018493" cy="143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303"/>
              </a:lnSpc>
            </a:pPr>
            <a:r>
              <a:rPr lang="en-US" b="true" sz="8073">
                <a:solidFill>
                  <a:srgbClr val="026263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CHATBOT ECOGUIDE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34754" y="5660087"/>
            <a:ext cx="13018493" cy="698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26263"/>
                </a:solidFill>
                <a:latin typeface="Helios"/>
                <a:ea typeface="Helios"/>
                <a:cs typeface="Helios"/>
                <a:sym typeface="Helios"/>
              </a:rPr>
              <a:t>Team Mentoring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75812" y="5692375"/>
            <a:ext cx="10999339" cy="5631662"/>
          </a:xfrm>
          <a:custGeom>
            <a:avLst/>
            <a:gdLst/>
            <a:ahLst/>
            <a:cxnLst/>
            <a:rect r="r" b="b" t="t" l="l"/>
            <a:pathLst>
              <a:path h="5631662" w="10999339">
                <a:moveTo>
                  <a:pt x="0" y="0"/>
                </a:moveTo>
                <a:lnTo>
                  <a:pt x="10999339" y="0"/>
                </a:lnTo>
                <a:lnTo>
                  <a:pt x="10999339" y="5631662"/>
                </a:lnTo>
                <a:lnTo>
                  <a:pt x="0" y="56316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587151" y="-1037037"/>
            <a:ext cx="10999339" cy="5631662"/>
          </a:xfrm>
          <a:custGeom>
            <a:avLst/>
            <a:gdLst/>
            <a:ahLst/>
            <a:cxnLst/>
            <a:rect r="r" b="b" t="t" l="l"/>
            <a:pathLst>
              <a:path h="5631662" w="10999339">
                <a:moveTo>
                  <a:pt x="10999339" y="5631662"/>
                </a:moveTo>
                <a:lnTo>
                  <a:pt x="0" y="5631662"/>
                </a:lnTo>
                <a:lnTo>
                  <a:pt x="0" y="0"/>
                </a:lnTo>
                <a:lnTo>
                  <a:pt x="10999339" y="0"/>
                </a:lnTo>
                <a:lnTo>
                  <a:pt x="10999339" y="563166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008145" y="4110038"/>
            <a:ext cx="5152455" cy="8237937"/>
          </a:xfrm>
          <a:custGeom>
            <a:avLst/>
            <a:gdLst/>
            <a:ahLst/>
            <a:cxnLst/>
            <a:rect r="r" b="b" t="t" l="l"/>
            <a:pathLst>
              <a:path h="8237937" w="5152455">
                <a:moveTo>
                  <a:pt x="5152455" y="0"/>
                </a:moveTo>
                <a:lnTo>
                  <a:pt x="0" y="0"/>
                </a:lnTo>
                <a:lnTo>
                  <a:pt x="0" y="8237937"/>
                </a:lnTo>
                <a:lnTo>
                  <a:pt x="5152455" y="8237937"/>
                </a:lnTo>
                <a:lnTo>
                  <a:pt x="5152455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3889831" y="-2340175"/>
            <a:ext cx="5152455" cy="8237937"/>
          </a:xfrm>
          <a:custGeom>
            <a:avLst/>
            <a:gdLst/>
            <a:ahLst/>
            <a:cxnLst/>
            <a:rect r="r" b="b" t="t" l="l"/>
            <a:pathLst>
              <a:path h="8237937" w="5152455">
                <a:moveTo>
                  <a:pt x="0" y="8237937"/>
                </a:moveTo>
                <a:lnTo>
                  <a:pt x="5152455" y="8237937"/>
                </a:lnTo>
                <a:lnTo>
                  <a:pt x="5152455" y="0"/>
                </a:lnTo>
                <a:lnTo>
                  <a:pt x="0" y="0"/>
                </a:lnTo>
                <a:lnTo>
                  <a:pt x="0" y="8237937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16457134" y="3902331"/>
            <a:ext cx="1604332" cy="878007"/>
          </a:xfrm>
          <a:custGeom>
            <a:avLst/>
            <a:gdLst/>
            <a:ahLst/>
            <a:cxnLst/>
            <a:rect r="r" b="b" t="t" l="l"/>
            <a:pathLst>
              <a:path h="878007" w="1604332">
                <a:moveTo>
                  <a:pt x="0" y="0"/>
                </a:moveTo>
                <a:lnTo>
                  <a:pt x="1604332" y="0"/>
                </a:lnTo>
                <a:lnTo>
                  <a:pt x="1604332" y="878007"/>
                </a:lnTo>
                <a:lnTo>
                  <a:pt x="0" y="8780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226534" y="5737959"/>
            <a:ext cx="1604332" cy="878007"/>
          </a:xfrm>
          <a:custGeom>
            <a:avLst/>
            <a:gdLst/>
            <a:ahLst/>
            <a:cxnLst/>
            <a:rect r="r" b="b" t="t" l="l"/>
            <a:pathLst>
              <a:path h="878007" w="1604332">
                <a:moveTo>
                  <a:pt x="0" y="0"/>
                </a:moveTo>
                <a:lnTo>
                  <a:pt x="1604332" y="0"/>
                </a:lnTo>
                <a:lnTo>
                  <a:pt x="1604332" y="878007"/>
                </a:lnTo>
                <a:lnTo>
                  <a:pt x="0" y="8780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9227975"/>
            <a:ext cx="2933362" cy="378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0"/>
              </a:lnSpc>
            </a:pPr>
            <a:r>
              <a:rPr lang="en-US" b="true" sz="2279">
                <a:solidFill>
                  <a:srgbClr val="026263"/>
                </a:solidFill>
                <a:latin typeface="DM Sans Bold"/>
                <a:ea typeface="DM Sans Bold"/>
                <a:cs typeface="DM Sans Bold"/>
                <a:sym typeface="DM Sans Bold"/>
              </a:rPr>
              <a:t>Presentation I 02</a:t>
            </a:r>
          </a:p>
        </p:txBody>
      </p:sp>
      <p:sp>
        <p:nvSpPr>
          <p:cNvPr name="AutoShape 10" id="10"/>
          <p:cNvSpPr/>
          <p:nvPr/>
        </p:nvSpPr>
        <p:spPr>
          <a:xfrm>
            <a:off x="3683318" y="9455470"/>
            <a:ext cx="7977806" cy="0"/>
          </a:xfrm>
          <a:prstGeom prst="line">
            <a:avLst/>
          </a:prstGeom>
          <a:ln cap="flat" w="19050">
            <a:solidFill>
              <a:srgbClr val="026263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11" id="11"/>
          <p:cNvSpPr txBox="true"/>
          <p:nvPr/>
        </p:nvSpPr>
        <p:spPr>
          <a:xfrm rot="0">
            <a:off x="3962062" y="4355341"/>
            <a:ext cx="10363876" cy="1385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018"/>
              </a:lnSpc>
            </a:pPr>
            <a:r>
              <a:rPr lang="en-US" b="true" sz="7870">
                <a:solidFill>
                  <a:srgbClr val="026263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JOURNEY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75812" y="5692375"/>
            <a:ext cx="10999339" cy="5631662"/>
          </a:xfrm>
          <a:custGeom>
            <a:avLst/>
            <a:gdLst/>
            <a:ahLst/>
            <a:cxnLst/>
            <a:rect r="r" b="b" t="t" l="l"/>
            <a:pathLst>
              <a:path h="5631662" w="10999339">
                <a:moveTo>
                  <a:pt x="0" y="0"/>
                </a:moveTo>
                <a:lnTo>
                  <a:pt x="10999339" y="0"/>
                </a:lnTo>
                <a:lnTo>
                  <a:pt x="10999339" y="5631662"/>
                </a:lnTo>
                <a:lnTo>
                  <a:pt x="0" y="56316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587151" y="-1037037"/>
            <a:ext cx="10999339" cy="5631662"/>
          </a:xfrm>
          <a:custGeom>
            <a:avLst/>
            <a:gdLst/>
            <a:ahLst/>
            <a:cxnLst/>
            <a:rect r="r" b="b" t="t" l="l"/>
            <a:pathLst>
              <a:path h="5631662" w="10999339">
                <a:moveTo>
                  <a:pt x="10999339" y="5631662"/>
                </a:moveTo>
                <a:lnTo>
                  <a:pt x="0" y="5631662"/>
                </a:lnTo>
                <a:lnTo>
                  <a:pt x="0" y="0"/>
                </a:lnTo>
                <a:lnTo>
                  <a:pt x="10999339" y="0"/>
                </a:lnTo>
                <a:lnTo>
                  <a:pt x="10999339" y="563166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008145" y="4110038"/>
            <a:ext cx="5152455" cy="8237937"/>
          </a:xfrm>
          <a:custGeom>
            <a:avLst/>
            <a:gdLst/>
            <a:ahLst/>
            <a:cxnLst/>
            <a:rect r="r" b="b" t="t" l="l"/>
            <a:pathLst>
              <a:path h="8237937" w="5152455">
                <a:moveTo>
                  <a:pt x="5152455" y="0"/>
                </a:moveTo>
                <a:lnTo>
                  <a:pt x="0" y="0"/>
                </a:lnTo>
                <a:lnTo>
                  <a:pt x="0" y="8237937"/>
                </a:lnTo>
                <a:lnTo>
                  <a:pt x="5152455" y="8237937"/>
                </a:lnTo>
                <a:lnTo>
                  <a:pt x="5152455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3889831" y="-2340175"/>
            <a:ext cx="5152455" cy="8237937"/>
          </a:xfrm>
          <a:custGeom>
            <a:avLst/>
            <a:gdLst/>
            <a:ahLst/>
            <a:cxnLst/>
            <a:rect r="r" b="b" t="t" l="l"/>
            <a:pathLst>
              <a:path h="8237937" w="5152455">
                <a:moveTo>
                  <a:pt x="0" y="8237937"/>
                </a:moveTo>
                <a:lnTo>
                  <a:pt x="5152455" y="8237937"/>
                </a:lnTo>
                <a:lnTo>
                  <a:pt x="5152455" y="0"/>
                </a:lnTo>
                <a:lnTo>
                  <a:pt x="0" y="0"/>
                </a:lnTo>
                <a:lnTo>
                  <a:pt x="0" y="8237937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16457134" y="3902331"/>
            <a:ext cx="1604332" cy="878007"/>
          </a:xfrm>
          <a:custGeom>
            <a:avLst/>
            <a:gdLst/>
            <a:ahLst/>
            <a:cxnLst/>
            <a:rect r="r" b="b" t="t" l="l"/>
            <a:pathLst>
              <a:path h="878007" w="1604332">
                <a:moveTo>
                  <a:pt x="0" y="0"/>
                </a:moveTo>
                <a:lnTo>
                  <a:pt x="1604332" y="0"/>
                </a:lnTo>
                <a:lnTo>
                  <a:pt x="1604332" y="878007"/>
                </a:lnTo>
                <a:lnTo>
                  <a:pt x="0" y="8780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226534" y="5737959"/>
            <a:ext cx="1604332" cy="878007"/>
          </a:xfrm>
          <a:custGeom>
            <a:avLst/>
            <a:gdLst/>
            <a:ahLst/>
            <a:cxnLst/>
            <a:rect r="r" b="b" t="t" l="l"/>
            <a:pathLst>
              <a:path h="878007" w="1604332">
                <a:moveTo>
                  <a:pt x="0" y="0"/>
                </a:moveTo>
                <a:lnTo>
                  <a:pt x="1604332" y="0"/>
                </a:lnTo>
                <a:lnTo>
                  <a:pt x="1604332" y="878007"/>
                </a:lnTo>
                <a:lnTo>
                  <a:pt x="0" y="8780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962062" y="4355341"/>
            <a:ext cx="10363876" cy="1385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018"/>
              </a:lnSpc>
            </a:pPr>
            <a:r>
              <a:rPr lang="en-US" b="true" sz="7870">
                <a:solidFill>
                  <a:srgbClr val="026263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APPROACH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9227975"/>
            <a:ext cx="2933362" cy="378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0"/>
              </a:lnSpc>
            </a:pPr>
            <a:r>
              <a:rPr lang="en-US" b="true" sz="2279">
                <a:solidFill>
                  <a:srgbClr val="026263"/>
                </a:solidFill>
                <a:latin typeface="DM Sans Bold"/>
                <a:ea typeface="DM Sans Bold"/>
                <a:cs typeface="DM Sans Bold"/>
                <a:sym typeface="DM Sans Bold"/>
              </a:rPr>
              <a:t>EcoGuide I 03</a:t>
            </a:r>
          </a:p>
        </p:txBody>
      </p:sp>
      <p:sp>
        <p:nvSpPr>
          <p:cNvPr name="AutoShape 11" id="11"/>
          <p:cNvSpPr/>
          <p:nvPr/>
        </p:nvSpPr>
        <p:spPr>
          <a:xfrm>
            <a:off x="3683318" y="9455470"/>
            <a:ext cx="7977806" cy="0"/>
          </a:xfrm>
          <a:prstGeom prst="line">
            <a:avLst/>
          </a:prstGeom>
          <a:ln cap="flat" w="19050">
            <a:solidFill>
              <a:srgbClr val="026263"/>
            </a:solidFill>
            <a:prstDash val="solid"/>
            <a:headEnd type="none" len="sm" w="sm"/>
            <a:tailEnd type="oval" len="lg" w="lg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75812" y="5692375"/>
            <a:ext cx="10999339" cy="5631662"/>
          </a:xfrm>
          <a:custGeom>
            <a:avLst/>
            <a:gdLst/>
            <a:ahLst/>
            <a:cxnLst/>
            <a:rect r="r" b="b" t="t" l="l"/>
            <a:pathLst>
              <a:path h="5631662" w="10999339">
                <a:moveTo>
                  <a:pt x="0" y="0"/>
                </a:moveTo>
                <a:lnTo>
                  <a:pt x="10999339" y="0"/>
                </a:lnTo>
                <a:lnTo>
                  <a:pt x="10999339" y="5631662"/>
                </a:lnTo>
                <a:lnTo>
                  <a:pt x="0" y="56316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587151" y="-1037037"/>
            <a:ext cx="10999339" cy="5631662"/>
          </a:xfrm>
          <a:custGeom>
            <a:avLst/>
            <a:gdLst/>
            <a:ahLst/>
            <a:cxnLst/>
            <a:rect r="r" b="b" t="t" l="l"/>
            <a:pathLst>
              <a:path h="5631662" w="10999339">
                <a:moveTo>
                  <a:pt x="10999339" y="5631662"/>
                </a:moveTo>
                <a:lnTo>
                  <a:pt x="0" y="5631662"/>
                </a:lnTo>
                <a:lnTo>
                  <a:pt x="0" y="0"/>
                </a:lnTo>
                <a:lnTo>
                  <a:pt x="10999339" y="0"/>
                </a:lnTo>
                <a:lnTo>
                  <a:pt x="10999339" y="563166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008145" y="4110038"/>
            <a:ext cx="5152455" cy="8237937"/>
          </a:xfrm>
          <a:custGeom>
            <a:avLst/>
            <a:gdLst/>
            <a:ahLst/>
            <a:cxnLst/>
            <a:rect r="r" b="b" t="t" l="l"/>
            <a:pathLst>
              <a:path h="8237937" w="5152455">
                <a:moveTo>
                  <a:pt x="5152455" y="0"/>
                </a:moveTo>
                <a:lnTo>
                  <a:pt x="0" y="0"/>
                </a:lnTo>
                <a:lnTo>
                  <a:pt x="0" y="8237937"/>
                </a:lnTo>
                <a:lnTo>
                  <a:pt x="5152455" y="8237937"/>
                </a:lnTo>
                <a:lnTo>
                  <a:pt x="5152455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3889831" y="-2340175"/>
            <a:ext cx="5152455" cy="8237937"/>
          </a:xfrm>
          <a:custGeom>
            <a:avLst/>
            <a:gdLst/>
            <a:ahLst/>
            <a:cxnLst/>
            <a:rect r="r" b="b" t="t" l="l"/>
            <a:pathLst>
              <a:path h="8237937" w="5152455">
                <a:moveTo>
                  <a:pt x="0" y="8237937"/>
                </a:moveTo>
                <a:lnTo>
                  <a:pt x="5152455" y="8237937"/>
                </a:lnTo>
                <a:lnTo>
                  <a:pt x="5152455" y="0"/>
                </a:lnTo>
                <a:lnTo>
                  <a:pt x="0" y="0"/>
                </a:lnTo>
                <a:lnTo>
                  <a:pt x="0" y="8237937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16457134" y="3902331"/>
            <a:ext cx="1604332" cy="878007"/>
          </a:xfrm>
          <a:custGeom>
            <a:avLst/>
            <a:gdLst/>
            <a:ahLst/>
            <a:cxnLst/>
            <a:rect r="r" b="b" t="t" l="l"/>
            <a:pathLst>
              <a:path h="878007" w="1604332">
                <a:moveTo>
                  <a:pt x="0" y="0"/>
                </a:moveTo>
                <a:lnTo>
                  <a:pt x="1604332" y="0"/>
                </a:lnTo>
                <a:lnTo>
                  <a:pt x="1604332" y="878007"/>
                </a:lnTo>
                <a:lnTo>
                  <a:pt x="0" y="8780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226534" y="5737959"/>
            <a:ext cx="1604332" cy="878007"/>
          </a:xfrm>
          <a:custGeom>
            <a:avLst/>
            <a:gdLst/>
            <a:ahLst/>
            <a:cxnLst/>
            <a:rect r="r" b="b" t="t" l="l"/>
            <a:pathLst>
              <a:path h="878007" w="1604332">
                <a:moveTo>
                  <a:pt x="0" y="0"/>
                </a:moveTo>
                <a:lnTo>
                  <a:pt x="1604332" y="0"/>
                </a:lnTo>
                <a:lnTo>
                  <a:pt x="1604332" y="878007"/>
                </a:lnTo>
                <a:lnTo>
                  <a:pt x="0" y="8780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962062" y="4511944"/>
            <a:ext cx="10363876" cy="1385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018"/>
              </a:lnSpc>
            </a:pPr>
            <a:r>
              <a:rPr lang="en-US" b="true" sz="7870">
                <a:solidFill>
                  <a:srgbClr val="026263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SOLUTION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9227975"/>
            <a:ext cx="2933362" cy="378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0"/>
              </a:lnSpc>
            </a:pPr>
            <a:r>
              <a:rPr lang="en-US" b="true" sz="2279">
                <a:solidFill>
                  <a:srgbClr val="026263"/>
                </a:solidFill>
                <a:latin typeface="DM Sans Bold"/>
                <a:ea typeface="DM Sans Bold"/>
                <a:cs typeface="DM Sans Bold"/>
                <a:sym typeface="DM Sans Bold"/>
              </a:rPr>
              <a:t>Presentation I 04</a:t>
            </a:r>
          </a:p>
        </p:txBody>
      </p:sp>
      <p:sp>
        <p:nvSpPr>
          <p:cNvPr name="AutoShape 11" id="11"/>
          <p:cNvSpPr/>
          <p:nvPr/>
        </p:nvSpPr>
        <p:spPr>
          <a:xfrm>
            <a:off x="3683318" y="9455470"/>
            <a:ext cx="7977806" cy="0"/>
          </a:xfrm>
          <a:prstGeom prst="line">
            <a:avLst/>
          </a:prstGeom>
          <a:ln cap="flat" w="19050">
            <a:solidFill>
              <a:srgbClr val="026263"/>
            </a:solidFill>
            <a:prstDash val="solid"/>
            <a:headEnd type="none" len="sm" w="sm"/>
            <a:tailEnd type="oval" len="lg" w="lg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75812" y="5692375"/>
            <a:ext cx="10999339" cy="5631662"/>
          </a:xfrm>
          <a:custGeom>
            <a:avLst/>
            <a:gdLst/>
            <a:ahLst/>
            <a:cxnLst/>
            <a:rect r="r" b="b" t="t" l="l"/>
            <a:pathLst>
              <a:path h="5631662" w="10999339">
                <a:moveTo>
                  <a:pt x="0" y="0"/>
                </a:moveTo>
                <a:lnTo>
                  <a:pt x="10999339" y="0"/>
                </a:lnTo>
                <a:lnTo>
                  <a:pt x="10999339" y="5631662"/>
                </a:lnTo>
                <a:lnTo>
                  <a:pt x="0" y="56316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587151" y="-1037037"/>
            <a:ext cx="10999339" cy="5631662"/>
          </a:xfrm>
          <a:custGeom>
            <a:avLst/>
            <a:gdLst/>
            <a:ahLst/>
            <a:cxnLst/>
            <a:rect r="r" b="b" t="t" l="l"/>
            <a:pathLst>
              <a:path h="5631662" w="10999339">
                <a:moveTo>
                  <a:pt x="10999339" y="5631662"/>
                </a:moveTo>
                <a:lnTo>
                  <a:pt x="0" y="5631662"/>
                </a:lnTo>
                <a:lnTo>
                  <a:pt x="0" y="0"/>
                </a:lnTo>
                <a:lnTo>
                  <a:pt x="10999339" y="0"/>
                </a:lnTo>
                <a:lnTo>
                  <a:pt x="10999339" y="563166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008145" y="4110038"/>
            <a:ext cx="5152455" cy="8237937"/>
          </a:xfrm>
          <a:custGeom>
            <a:avLst/>
            <a:gdLst/>
            <a:ahLst/>
            <a:cxnLst/>
            <a:rect r="r" b="b" t="t" l="l"/>
            <a:pathLst>
              <a:path h="8237937" w="5152455">
                <a:moveTo>
                  <a:pt x="5152455" y="0"/>
                </a:moveTo>
                <a:lnTo>
                  <a:pt x="0" y="0"/>
                </a:lnTo>
                <a:lnTo>
                  <a:pt x="0" y="8237937"/>
                </a:lnTo>
                <a:lnTo>
                  <a:pt x="5152455" y="8237937"/>
                </a:lnTo>
                <a:lnTo>
                  <a:pt x="5152455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3889831" y="-2340175"/>
            <a:ext cx="5152455" cy="8237937"/>
          </a:xfrm>
          <a:custGeom>
            <a:avLst/>
            <a:gdLst/>
            <a:ahLst/>
            <a:cxnLst/>
            <a:rect r="r" b="b" t="t" l="l"/>
            <a:pathLst>
              <a:path h="8237937" w="5152455">
                <a:moveTo>
                  <a:pt x="0" y="8237937"/>
                </a:moveTo>
                <a:lnTo>
                  <a:pt x="5152455" y="8237937"/>
                </a:lnTo>
                <a:lnTo>
                  <a:pt x="5152455" y="0"/>
                </a:lnTo>
                <a:lnTo>
                  <a:pt x="0" y="0"/>
                </a:lnTo>
                <a:lnTo>
                  <a:pt x="0" y="8237937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16457134" y="3902331"/>
            <a:ext cx="1604332" cy="878007"/>
          </a:xfrm>
          <a:custGeom>
            <a:avLst/>
            <a:gdLst/>
            <a:ahLst/>
            <a:cxnLst/>
            <a:rect r="r" b="b" t="t" l="l"/>
            <a:pathLst>
              <a:path h="878007" w="1604332">
                <a:moveTo>
                  <a:pt x="0" y="0"/>
                </a:moveTo>
                <a:lnTo>
                  <a:pt x="1604332" y="0"/>
                </a:lnTo>
                <a:lnTo>
                  <a:pt x="1604332" y="878007"/>
                </a:lnTo>
                <a:lnTo>
                  <a:pt x="0" y="8780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226534" y="5737959"/>
            <a:ext cx="1604332" cy="878007"/>
          </a:xfrm>
          <a:custGeom>
            <a:avLst/>
            <a:gdLst/>
            <a:ahLst/>
            <a:cxnLst/>
            <a:rect r="r" b="b" t="t" l="l"/>
            <a:pathLst>
              <a:path h="878007" w="1604332">
                <a:moveTo>
                  <a:pt x="0" y="0"/>
                </a:moveTo>
                <a:lnTo>
                  <a:pt x="1604332" y="0"/>
                </a:lnTo>
                <a:lnTo>
                  <a:pt x="1604332" y="878007"/>
                </a:lnTo>
                <a:lnTo>
                  <a:pt x="0" y="8780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962062" y="4355341"/>
            <a:ext cx="10363876" cy="1385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018"/>
              </a:lnSpc>
            </a:pPr>
            <a:r>
              <a:rPr lang="en-US" b="true" sz="7870">
                <a:solidFill>
                  <a:srgbClr val="026263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DEMO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9227975"/>
            <a:ext cx="2933362" cy="378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0"/>
              </a:lnSpc>
            </a:pPr>
            <a:r>
              <a:rPr lang="en-US" b="true" sz="2279">
                <a:solidFill>
                  <a:srgbClr val="026263"/>
                </a:solidFill>
                <a:latin typeface="DM Sans Bold"/>
                <a:ea typeface="DM Sans Bold"/>
                <a:cs typeface="DM Sans Bold"/>
                <a:sym typeface="DM Sans Bold"/>
              </a:rPr>
              <a:t>Presentation I 05</a:t>
            </a:r>
          </a:p>
        </p:txBody>
      </p:sp>
      <p:sp>
        <p:nvSpPr>
          <p:cNvPr name="AutoShape 11" id="11"/>
          <p:cNvSpPr/>
          <p:nvPr/>
        </p:nvSpPr>
        <p:spPr>
          <a:xfrm>
            <a:off x="3683318" y="9455470"/>
            <a:ext cx="7977806" cy="0"/>
          </a:xfrm>
          <a:prstGeom prst="line">
            <a:avLst/>
          </a:prstGeom>
          <a:ln cap="flat" w="19050">
            <a:solidFill>
              <a:srgbClr val="026263"/>
            </a:solidFill>
            <a:prstDash val="solid"/>
            <a:headEnd type="none" len="sm" w="sm"/>
            <a:tailEnd type="oval" len="lg" w="lg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DAHJK3cLM_U</dc:identifier>
  <dcterms:modified xsi:type="dcterms:W3CDTF">2011-08-01T06:04:30Z</dcterms:modified>
  <cp:revision>1</cp:revision>
  <dc:title>Seu Guia Inteligente para Sustentabilidade</dc:title>
</cp:coreProperties>
</file>